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Pipeline Decommissioning &amp; Abandonment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OKNU–BBOU–ELEP–AKAB Gas System (125 km)</a:t>
            </a:r>
          </a:p>
          <a:p>
            <a:r>
              <a:t>Hybrid Removal + Abandonment | Investment Committee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decommissioning of ~125 km pipeline network</a:t>
            </a:r>
          </a:p>
          <a:p>
            <a:r>
              <a:t>Hybrid strategy: Removal + Abandonment-in-Place</a:t>
            </a:r>
          </a:p>
          <a:p>
            <a:r>
              <a:t>Designed for Niger Delta swamp, river, and offshore conditions</a:t>
            </a:r>
          </a:p>
          <a:p>
            <a:r>
              <a:t>Objectives: Safety, Compliance, Cost Optimization, Asset Recovery (TAR)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System Overview (OKNU → AKAB)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OKNU (KP0)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River Niger (KP10)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BBOU (KP85)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ELEP (KP93)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AKAB (KP125)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54480" y="219456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219456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31920" y="219456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20640" y="219456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09360" y="219456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98079" y="2194560"/>
            <a:ext cx="914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KP Strategy Map (Remove / Abandon / Mixed)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KP0</a:t>
            </a:r>
          </a:p>
          <a:p>
            <a:r>
              <a:t>MIXED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KP10</a:t>
            </a:r>
          </a:p>
          <a:p>
            <a:r>
              <a:t>ABANDON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KP38</a:t>
            </a:r>
          </a:p>
          <a:p>
            <a:r>
              <a:t>REMOVE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KP66</a:t>
            </a:r>
          </a:p>
          <a:p>
            <a:r>
              <a:t>REMOVE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KP85</a:t>
            </a:r>
          </a:p>
          <a:p>
            <a:r>
              <a:t>REMOVE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KP93</a:t>
            </a:r>
          </a:p>
          <a:p>
            <a:r>
              <a:t>REMOVE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KP125</a:t>
            </a:r>
          </a:p>
          <a:p>
            <a:r>
              <a:t>REMOVE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21488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21488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21488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21488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21488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21488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Decommissioning 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Planning &amp; Approvals → Engineering &amp; Preparation → Shutdown &amp; Isolation</a:t>
            </a:r>
          </a:p>
          <a:p>
            <a:r>
              <a:t>Cleaning &amp; Inerting → Segmentation &amp; Disconnection</a:t>
            </a:r>
          </a:p>
          <a:p>
            <a:r>
              <a:t>Decision: Remove or Abandon</a:t>
            </a:r>
          </a:p>
          <a:p>
            <a:r>
              <a:t>Execution → Waste Management → Restoration → Close-out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Decommissioning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Shutdown, isolation, and system segmentation</a:t>
            </a:r>
          </a:p>
          <a:p>
            <a:r>
              <a:t>Pigging, cleaning, and hydrocarbon removal</a:t>
            </a:r>
          </a:p>
          <a:p>
            <a:r>
              <a:t>Flushing, drying, and nitrogen inerting</a:t>
            </a:r>
          </a:p>
          <a:p>
            <a:r>
              <a:t>Disconnection and preparation for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Abandonment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Cleaning to hydrocarbon-free condition</a:t>
            </a:r>
          </a:p>
          <a:p>
            <a:r>
              <a:t>Permanent isolation (caps, blinds)</a:t>
            </a:r>
          </a:p>
          <a:p>
            <a:r>
              <a:t>Flooding / grouting / stabilization</a:t>
            </a:r>
          </a:p>
          <a:p>
            <a:r>
              <a:t>Cathodic protection decommissioning and records 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Removal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Excavation using swamp-compatible equipment</a:t>
            </a:r>
          </a:p>
          <a:p>
            <a:r>
              <a:t>Cutting, lifting, and transportation</a:t>
            </a:r>
          </a:p>
          <a:p>
            <a:r>
              <a:t>Scrap recovery and reuse (TAR)</a:t>
            </a:r>
          </a:p>
          <a:p>
            <a:r>
              <a:t>Facility dismantling (manifolds, slug catchers, metering)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 environment sensitive? → Abandon</a:t>
            </a:r>
          </a:p>
          <a:p>
            <a:r>
              <a:t>Is access feasible? → Remove</a:t>
            </a:r>
          </a:p>
          <a:p>
            <a:r>
              <a:t>Cost vs risk optimization</a:t>
            </a:r>
          </a:p>
          <a:p>
            <a:r>
              <a:t>Regulatory validation and long-term liability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Niger Delta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Swamp instability and access limitations</a:t>
            </a:r>
          </a:p>
          <a:p>
            <a:r>
              <a:t>Mangrove and biodiversity protection</a:t>
            </a:r>
          </a:p>
          <a:p>
            <a:r>
              <a:t>Major river and creek crossings</a:t>
            </a:r>
          </a:p>
          <a:p>
            <a:r>
              <a:t>Community and stakeholder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Integrated Schedule (Jul–Dec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52353"/>
              </p:ext>
            </p:extLst>
          </p:nvPr>
        </p:nvGraphicFramePr>
        <p:xfrm>
          <a:off x="774576" y="1141668"/>
          <a:ext cx="7594848" cy="4122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6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3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5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9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7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4799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799">
                <a:tc>
                  <a:txBody>
                    <a:bodyPr/>
                    <a:lstStyle/>
                    <a:p>
                      <a:r>
                        <a:t>FEED Finalization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799">
                <a:tc>
                  <a:txBody>
                    <a:bodyPr/>
                    <a:lstStyle/>
                    <a:p>
                      <a:r>
                        <a:t>Regulatory Approvals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799">
                <a:tc>
                  <a:txBody>
                    <a:bodyPr/>
                    <a:lstStyle/>
                    <a:p>
                      <a:r>
                        <a:t>Detailed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799">
                <a:tc>
                  <a:txBody>
                    <a:bodyPr/>
                    <a:lstStyle/>
                    <a:p>
                      <a:r>
                        <a:t>Procurement &amp;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799">
                <a:tc>
                  <a:txBody>
                    <a:bodyPr/>
                    <a:lstStyle/>
                    <a:p>
                      <a:r>
                        <a:t>Cleaning &amp;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799">
                <a:tc>
                  <a:txBody>
                    <a:bodyPr/>
                    <a:lstStyle/>
                    <a:p>
                      <a:r>
                        <a:t>Segmentation &amp; Disconnection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799">
                <a:tc>
                  <a:txBody>
                    <a:bodyPr/>
                    <a:lstStyle/>
                    <a:p>
                      <a:r>
                        <a:t>Removal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799">
                <a:tc>
                  <a:txBody>
                    <a:bodyPr/>
                    <a:lstStyle/>
                    <a:p>
                      <a:r>
                        <a:t>Abandonment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799">
                <a:tc>
                  <a:txBody>
                    <a:bodyPr/>
                    <a:lstStyle/>
                    <a:p>
                      <a:r>
                        <a:t>Restoration &amp; Reinstatement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799">
                <a:tc>
                  <a:txBody>
                    <a:bodyPr/>
                    <a:lstStyle/>
                    <a:p>
                      <a:r>
                        <a:t>Close-out &amp;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342</Words>
  <Application>Microsoft Office PowerPoint</Application>
  <PresentationFormat>On-screen Show (4:3)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Pipeline Decommissioning &amp; Abandonment Strategy</vt:lpstr>
      <vt:lpstr>Executive Overview</vt:lpstr>
      <vt:lpstr>PowerPoint Presentation</vt:lpstr>
      <vt:lpstr>PowerPoint Presentation</vt:lpstr>
      <vt:lpstr>Decommissioning Process Flow</vt:lpstr>
      <vt:lpstr>Key Decommissioning Processes</vt:lpstr>
      <vt:lpstr>Abandonment Activities</vt:lpstr>
      <vt:lpstr>Removal Activities</vt:lpstr>
      <vt:lpstr>Decision Framework</vt:lpstr>
      <vt:lpstr>Niger Delta Constraints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Decommissioning &amp; Abandonment Strategy</dc:title>
  <dc:subject/>
  <dc:creator>AloyOnyenucheya Duru</dc:creator>
  <cp:keywords/>
  <dc:description>generated using python-pptx</dc:description>
  <cp:lastModifiedBy>Aloy Duru</cp:lastModifiedBy>
  <cp:revision>6</cp:revision>
  <dcterms:created xsi:type="dcterms:W3CDTF">2013-01-27T09:14:16Z</dcterms:created>
  <dcterms:modified xsi:type="dcterms:W3CDTF">2026-04-27T19:22:54Z</dcterms:modified>
  <cp:category/>
</cp:coreProperties>
</file>